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87400"/>
            <a:ext cx="7772400" cy="1470025"/>
          </a:xfrm>
        </p:spPr>
        <p:txBody>
          <a:bodyPr/>
          <a:lstStyle/>
          <a:p>
            <a:r>
              <a:rPr lang="en-IN" dirty="0"/>
              <a:t>AI Powered Automated </a:t>
            </a:r>
            <a:r>
              <a:rPr lang="en-IN" dirty="0" err="1"/>
              <a:t>TestCase</a:t>
            </a:r>
            <a:r>
              <a:rPr lang="en-IN" dirty="0"/>
              <a:t> Generation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14625"/>
            <a:ext cx="6400800" cy="1752600"/>
          </a:xfrm>
        </p:spPr>
        <p:txBody>
          <a:bodyPr>
            <a:normAutofit fontScale="55000" lnSpcReduction="20000"/>
          </a:bodyPr>
          <a:lstStyle/>
          <a:p>
            <a:endParaRPr dirty="0"/>
          </a:p>
          <a:p>
            <a:endParaRPr dirty="0"/>
          </a:p>
          <a:p>
            <a:r>
              <a:rPr dirty="0"/>
              <a:t>Presented by: </a:t>
            </a:r>
            <a:r>
              <a:rPr lang="en-IN" dirty="0"/>
              <a:t>M Sasritha Reddy</a:t>
            </a:r>
          </a:p>
          <a:p>
            <a:r>
              <a:rPr lang="en-IN" dirty="0"/>
              <a:t>                K S Sharmila</a:t>
            </a:r>
          </a:p>
          <a:p>
            <a:r>
              <a:rPr lang="en-IN" dirty="0"/>
              <a:t>          L Satwika</a:t>
            </a:r>
          </a:p>
          <a:p>
            <a:r>
              <a:rPr lang="en-IN" dirty="0"/>
              <a:t>         G Revathi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Software Testing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Consuming: Reading a 50+ page PRD takes days.</a:t>
            </a:r>
          </a:p>
          <a:p>
            <a:r>
              <a:t>Manual Effort: Writing hundreds of test cases by hand is slow.</a:t>
            </a:r>
          </a:p>
          <a:p>
            <a:r>
              <a:t>Human Error: Testers frequently miss edge cases and complex security flaws.</a:t>
            </a:r>
          </a:p>
          <a:p>
            <a:r>
              <a:t>Redundancy: High chance of writing duplicate test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Automating QA with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Instant Analysis: Converts massive PRD PDFs into test suites in seconds.</a:t>
            </a:r>
          </a:p>
          <a:p>
            <a:r>
              <a:t>Deep Coverage: Generates Functional, Security, and UI test cases.</a:t>
            </a:r>
          </a:p>
          <a:p>
            <a:r>
              <a:t>Smart Priority: Uses Machine Learning to rank bugs by severity.</a:t>
            </a:r>
          </a:p>
          <a:p>
            <a:r>
              <a:t>Seamless Export: One-click download to Jira, TestRail, and Excel.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(The 4 Pillars)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Document Parsing (RAG): Extracts and embeds text logic.</a:t>
            </a:r>
          </a:p>
          <a:p>
            <a:r>
              <a:t>2. Generative AI: Reasons like a Senior QA Lead to write tests.</a:t>
            </a:r>
          </a:p>
          <a:p>
            <a:r>
              <a:t>3. Data Science (ML): Predicts risk and scores test priorities.</a:t>
            </a:r>
          </a:p>
          <a:p>
            <a:r>
              <a:t>4. Computer Vision: Scans raw UI screenshots for visual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1 - Teaching the AI the Rules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Tech: LangChain + Retrieval-Augmented Generation (RAG).</a:t>
            </a:r>
          </a:p>
          <a:p>
            <a:r>
              <a:t>Chunking: Slices the PRD into logical, mathematical text blocks.</a:t>
            </a:r>
          </a:p>
          <a:p>
            <a:r>
              <a:t>Embedding Base: Uses all-MiniLM-L6-v2 to convert text into vectors.</a:t>
            </a:r>
          </a:p>
          <a:p>
            <a:r>
              <a:t>FAISS Database: Instantly searches and retrieves only the exact rules needed for a test.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2 - The Core AI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Intelligence: Powered by LLaMA 3 (8B) via Groq API.</a:t>
            </a:r>
          </a:p>
          <a:p>
            <a:r>
              <a:t>Strict Grounding: AI is physically restricted to the FAISS database to prevent hallucination.</a:t>
            </a:r>
          </a:p>
          <a:p>
            <a:r>
              <a:t>Deduplication Engine: Uses TF-IDF and Cosine Similarity to automatically merge duplicate test cases.</a:t>
            </a:r>
          </a:p>
          <a:p>
            <a:r>
              <a:t>Output: Highly structured JSON consisting of Steps, Expected Results, and Preconditions.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3 - Predicting Risks &amp;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Model: Random Forest Machine Learning Classifier.</a:t>
            </a:r>
          </a:p>
          <a:p>
            <a:r>
              <a:t>Feature Engineering: Scans test complexity, step count, and high-risk NLP keywords.</a:t>
            </a:r>
          </a:p>
          <a:p>
            <a:r>
              <a:t>Scoring: Automatically flags tests from Priority 0 (Critical) to Priority 3 (Low).</a:t>
            </a:r>
          </a:p>
          <a:p>
            <a:r>
              <a:t>Result: Forces developers to focus on fixing the most dangerous bugs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4 - Testing What Users Actually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Tech: OpenCV + Tesseract OCR Engine.</a:t>
            </a:r>
          </a:p>
          <a:p>
            <a:r>
              <a:t>Image Processing: Applies Gaussian Blur and Canny Edge Detection to user-uploaded screenshots.</a:t>
            </a:r>
          </a:p>
          <a:p>
            <a:r>
              <a:t>Detection: Mathematically isolates bounding boxes around UI buttons and text fields.</a:t>
            </a:r>
          </a:p>
          <a:p>
            <a:r>
              <a:t>Result: Generates visual test cases (e.g., 'Verify the blue Submit button is clickable').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QA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Built-in Assistant: An AI chatbot deeply integrated into the platform.</a:t>
            </a:r>
          </a:p>
          <a:p>
            <a:r>
              <a:t>Context-Aware: Reads both the uploaded PRD and the generated test cases simultaneously.</a:t>
            </a:r>
          </a:p>
          <a:p>
            <a:r>
              <a:t>Use Case: Developers can ask complex questions like 'What happens if a user enters the wrong password?'</a:t>
            </a:r>
          </a:p>
          <a:p>
            <a:r>
              <a:t>Accuracy: Returns exact, technical answers grounded purely in the document's rules.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Coverage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Visualizing Data: Built natively using Plotly Express.</a:t>
            </a:r>
          </a:p>
          <a:p>
            <a:r>
              <a:t>Coverage Heat Maps: Shows exact PRD Requirement IDs vs. Test Scenario coverage density.</a:t>
            </a:r>
          </a:p>
          <a:p>
            <a:r>
              <a:t>Scenario Graphs: Maps the workflow of critical test cases.</a:t>
            </a:r>
          </a:p>
          <a:p>
            <a:r>
              <a:t>Impact: Allows a QA Manager to instantly spot missing code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Platform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Speed: 5 days of manual reading reduced to 30 seconds of compute.</a:t>
            </a:r>
          </a:p>
          <a:p>
            <a:r>
              <a:t>Cost Efficiency: Saves companies thousands of dollars in wasted QA engineering hours.</a:t>
            </a:r>
          </a:p>
          <a:p>
            <a:r>
              <a:t>Quality Assurance: The AI never gets tired and catches maximum edge-case scenarios.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Code Repository: https://github.com/Sasritha7832/Ai-Automated-test-case-generation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</TotalTime>
  <Words>617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 Powered Automated TestCase Generation</vt:lpstr>
      <vt:lpstr>The Software Testing Bottleneck</vt:lpstr>
      <vt:lpstr>Automating QA with Artificial Intelligence</vt:lpstr>
      <vt:lpstr>How It Works (The 4 Pillars)</vt:lpstr>
      <vt:lpstr>Module 1 - Teaching the AI the Rules (RAG)</vt:lpstr>
      <vt:lpstr>Module 2 - The Core AI Engine</vt:lpstr>
      <vt:lpstr>Module 3 - Predicting Risks &amp; Priorities</vt:lpstr>
      <vt:lpstr>Module 4 - Testing What Users Actually See</vt:lpstr>
      <vt:lpstr>Interactive QA Chatbot</vt:lpstr>
      <vt:lpstr>Real-Time Coverage Tracking</vt:lpstr>
      <vt:lpstr>Why This Platform Matters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Sasritha Mukkamalla</cp:lastModifiedBy>
  <cp:revision>2</cp:revision>
  <dcterms:created xsi:type="dcterms:W3CDTF">2013-01-27T09:14:16Z</dcterms:created>
  <dcterms:modified xsi:type="dcterms:W3CDTF">2026-03-08T14:08:12Z</dcterms:modified>
  <cp:category/>
</cp:coreProperties>
</file>